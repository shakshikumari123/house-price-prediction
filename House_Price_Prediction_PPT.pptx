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644B6-1177-B213-AB85-FCF694A134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931CA6-2A50-EDEA-3B7B-1D4D003FE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E6DD7-1071-C330-25BF-426012CE0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94D1B-799D-4DE1-9B4E-D167912E99B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93A57-B468-4FCC-6225-18A41299C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7FBCD-7282-2825-953B-8521AE290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36287-9D1B-4E74-9140-2A58D35A7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521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3CDC0-93C2-769F-7721-78F401676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3ABA3-485D-BE80-7B7F-8EBA195BB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B5CA6-395B-FEF7-8A4A-6500B471D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94D1B-799D-4DE1-9B4E-D167912E99B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1347D-5055-35CD-8AEB-BD602227B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48C3E-DE30-F339-3DB8-223D61219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36287-9D1B-4E74-9140-2A58D35A7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630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26104-4448-ADA8-2D70-BE15F6B8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BC940-B2F5-6278-8F3A-578E75638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939E6-23CC-E0CA-33BE-CC2C007AF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94D1B-799D-4DE1-9B4E-D167912E99B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A4FE7-13CE-34F1-660E-62409AA15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97793-E5B0-5DC7-F079-C81B0385C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36287-9D1B-4E74-9140-2A58D35A7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847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97C32-3AFC-07A7-128C-22B624184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B28EC-CCC3-0723-97F7-745A6889CE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5C3C0C-EFE8-D32D-68AA-CDECD7BB5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26B32D-E810-1267-43EF-FF213C095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94D1B-799D-4DE1-9B4E-D167912E99B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E967C-D97A-3A44-CDC3-86DEDE15F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FBC00-1F3E-8A33-FE04-9590BB6E1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36287-9D1B-4E74-9140-2A58D35A7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47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02FD6-57C0-5896-E253-5AC1CE0B0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DB36E-E2DB-539E-A5C4-E3BBAEC21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A72DD-8D68-8C65-575B-94A661DCA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1F0CAC-D0BB-0E7A-501F-2AB2D305EA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04DDC4-A369-6D64-07B8-B64717CD11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CFCF5A-15BC-6CE5-FA10-398C615C3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94D1B-799D-4DE1-9B4E-D167912E99B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2B04EC-DECA-3CA2-D852-476D19C31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5994FE-7223-F784-D6C1-9A22F489D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36287-9D1B-4E74-9140-2A58D35A7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924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4799E-3D8D-02C8-28D3-E174EE8C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77C6BC-8588-986A-A9EB-A6ACF6A97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94D1B-799D-4DE1-9B4E-D167912E99B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BC1062-586F-A94F-5C82-70F35C024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7946FD-B3DA-5DC1-3F70-170CA7110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36287-9D1B-4E74-9140-2A58D35A7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40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2B06E4-F2BD-0327-29EF-1B1611FF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94D1B-799D-4DE1-9B4E-D167912E99B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C0F8B9-4CBA-F738-AAC4-F76CB0F1F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74B49-996D-4E4B-3A75-0F2B0C564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36287-9D1B-4E74-9140-2A58D35A7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996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A2844-51D1-404C-4E0C-2ED9B761E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A0B6A-F360-11D0-47E2-EE80DFF3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588846-D677-A3E6-9895-982DF425F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7C472-8FAC-8625-3448-08C622E7D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94D1B-799D-4DE1-9B4E-D167912E99B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42F01F-B155-8117-83E5-324C0B4E9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2653B-A4B2-9CFE-CDDE-A85CA5A9D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36287-9D1B-4E74-9140-2A58D35A7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788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C288A-BFFD-7515-8363-A16C10F92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D1C327-AAE8-1755-8E60-065CD3CC27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E9BE68-A776-7603-55C3-CE167FB9A2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0CB5D-57B6-F970-720C-14890E01C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94D1B-799D-4DE1-9B4E-D167912E99B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DB5443-7B94-7223-1B4B-E2BC1196C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8DA83-CD1C-7A22-DF44-6DF7D8B07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36287-9D1B-4E74-9140-2A58D35A7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941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63B90-D6EB-3089-FFC2-1F7F57124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5282F4-ACD5-0DB4-8A4F-02992C74FD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197EF-BF80-7EEC-2D2E-B1E1D225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94D1B-799D-4DE1-9B4E-D167912E99B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10463-7078-BBA0-BBAE-90AD158BE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976DE-FAEF-EB17-98C7-8A3DA2871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36287-9D1B-4E74-9140-2A58D35A7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475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24265B-F0F1-BC53-1074-FB9BC44B1B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C326FA-9331-BAFC-620C-2CD1298EA2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84DE3-7C77-51FA-B0A5-E19E67B56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94D1B-799D-4DE1-9B4E-D167912E99B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DA21A-A073-0158-DD63-6BF969ED3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08CD7-006C-BEEA-8FA5-02BC3F524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36287-9D1B-4E74-9140-2A58D35A7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02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E3AC0B-B608-BB90-3B6B-6603BF264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EC939-01D6-4FA8-AEDA-249BC4C73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00C59-03CF-63E8-6191-8ED24CEC97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494D1B-799D-4DE1-9B4E-D167912E99B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6A10F-8A2D-6768-12EB-68C347F767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BBD52-E64D-4781-B364-6E020D35DC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036287-9D1B-4E74-9140-2A58D35A7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118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0D72A-D3A1-4049-1AEB-CB12D1C00A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5910D6-A3A5-1A21-E106-6CD2EBC7DC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822E7C-2B92-6B07-A0A6-C547A7289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782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4635F-C4DD-1836-6A05-A632C57A6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8A552-2737-E413-9E5E-01C2F8124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2AAC10-AC02-398C-4CCF-7CC0AFA60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61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1DA477-928E-A822-BF99-28E4AA4C9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785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187452-FCE7-574A-AC6B-9A7AF020C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008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1D6E6F-E647-0B30-4ECA-3D5D5E80B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828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Mukesh Nihale</dc:creator>
  <cp:lastModifiedBy>Mukesh Nihale</cp:lastModifiedBy>
  <cp:revision>2</cp:revision>
  <dcterms:created xsi:type="dcterms:W3CDTF">2026-05-23T17:34:15Z</dcterms:created>
  <dcterms:modified xsi:type="dcterms:W3CDTF">2026-05-23T18:16:48Z</dcterms:modified>
</cp:coreProperties>
</file>